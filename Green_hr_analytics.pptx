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Green_hr_analytics/Dashboard2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1A7570BF-AAC5-475B-BF48-58BB571C6C67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Green_hr_analytics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933D15B9-DC99-4F16-9AF4-191D57DD3474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12/30/2025 9:09:02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2" id="2" name="slide2">
            <a:extLst>
              <a:ext uri="{FF2B5EF4-FFF2-40B4-BE49-F238E27FC236}">
                <a16:creationId xmlns:a16="http://schemas.microsoft.com/office/drawing/2014/main" id="{CB6CFAC8-7972-4EDE-9ECB-391D86E1E3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7"/>
            <a:ext cx="12192000" cy="6854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2025-12-30T09:09:02Z</dcterms:created>
  <dcterms:modified xsi:type="dcterms:W3CDTF">2025-12-30T09:09:02Z</dcterms:modified>
</cp:coreProperties>
</file>